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Capital Markets Advisory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C00000"/>
                </a:solidFill>
              </a:defRPr>
            </a:pPr>
            <a:r>
              <a:t>AI-Powered Financial Intelligence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🎯 AI-powered assistant for capital markets advisory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💼 Supports equity, debt, and structured finance strategies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📊 Combines market data, financial models, and regulatory knowledge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🤖 Built with LangChain, FastAPI, and React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🔍 Semantic search over capital markets documents using ChromaDB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Key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✓ IPO readiness assessment and valuation support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✓ M&amp;A financing recommendations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✓ Capital raising strategies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✓ Regulatory compliance guidance (SEBI, SEC, FCA)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✓ Professional advisory responses with contextual insights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✓ PDF document ingestion and semantic retrieval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4E79"/>
                </a:solidFill>
              </a:defRPr>
            </a:pPr>
            <a:r>
              <a:t>Backend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FastAPI - REST API framework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LangChain - AI agent orchestration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ChromaDB - Vector database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llama.cpp - LLM inference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Sentence Transformers - Embeddings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4E79"/>
                </a:solidFill>
              </a:defRPr>
            </a:pPr>
            <a:r>
              <a:t>Frontend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React with TypeScript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Vite - Build tool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Tailwind CSS - Styling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Component-based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📁 Modular Design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Backend: FastAPI with ChromaDB vector store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Frontend: React UI with API integration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🔄 Document Processing Pipeline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PDF ingestion → Chunking → Embedding → Storage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🧠 LLM Integration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Meta-Llama-3-8B for generation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Nomic embeddings for semantic 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4E79"/>
                </a:solidFill>
              </a:defRPr>
            </a:pPr>
            <a:r>
              <a:t>Backend (/backend)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main.py - FastAPI server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agent.py - Advisory agent logic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vector_db.py - DB management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config.py - Configuration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stock_lookup.py - Market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4E79"/>
                </a:solidFill>
              </a:defRPr>
            </a:pPr>
            <a:r>
              <a:t>Frontend (/frontend)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src/components/ - UI components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src/services/ - API calls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src/types/ - TypeScript types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public/ - Static assets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📘 Document Management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Ingest and process capital markets PDFs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🔎 Semantic Search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Find relevant documents via ChromaDB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💡 Intelligent Advisory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Generate contextual recommendations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⚙️ System Management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Rebuild vector DB, API endpoints, configuration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Quick Start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4E79"/>
                </a:solidFill>
              </a:defRPr>
            </a:pPr>
            <a:r>
              <a:t>Backend Setup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1. Install dependencies: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 pip install -r requirements.txt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2. Download GGUF models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3. Configure environment (.env)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4. Run: python main.py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4E79"/>
                </a:solidFill>
              </a:defRPr>
            </a:pPr>
            <a:r>
              <a:t>Frontend Setup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1. Install dependencies: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 npm install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2. Configure API endpoint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3. Run: npm run dev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Access: localhost:3000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Backend API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POST /initialize - Initialize/rebuild vector database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POST /query - Send advisory queries to the agent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GET /docs - Interactive API documentation (Swagger)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📊 All endpoints with request/response validation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🔒 Designed for professional capital markets advisory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4E79"/>
                </a:solidFill>
              </a:defRPr>
            </a:pPr>
            <a:r>
              <a:t>Capital Raising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IPO preparation and timing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Fundraising strategy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Valuation assessment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Investor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4E79"/>
                </a:solidFill>
              </a:defRPr>
            </a:pPr>
            <a:r>
              <a:t>Corporate Finance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M&amp;A financing options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Debt vs equity analysis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Regulatory compliance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Structured finance deals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AI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🧠 Generation Model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Meta-Llama-3-8B-Instruct (~4.7GB)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Quantized to Q4_K_M for efficiency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🔍 Embedding Model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Nomic Embed Text v1.5 (~80MB)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Optimized for capital markets domain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⚡ Local inference - No external API dependencies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Typical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1️⃣ User submits advisory query via React UI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2️⃣ Query is sent to FastAPI backend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3️⃣ ChromaDB retrieves relevant documents semantically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4️⃣ LLM generates contextual advisory response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5️⃣ Response returned to frontend for display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6️⃣ User can interact with follow-up questions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Data &amp; Vector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📁 Document Storage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Capital markets documents in /data/capital_markets_docs/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💾 Vector DB Storage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ChromaDB index in /chroma_db/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🔄 Processing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PDF → Chunks → Embeddings → Stored in vector DB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✨ Semantic Retrieval - Find relevant context for queries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⚙️ Environment Variables (.env)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MODEL_PATH - Path to GGUF generation model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EMBEDDING_MODEL_PATH - Path to embedding model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N_GPU_LAYERS - GPU acceleration (0 for CPU)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N_THREADS - Thread count for inference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🔧 Easily customizable for different deployments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System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✓ Python 3.10+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✓ Node.js 16+ and npm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✓ 4.7GB for Llama model + 80MB for embeddings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✓ Reasonable CPU (or GPU with CUDA support)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✓ Capital markets documents for knowledge base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✓ Minimal memory footprint with quantized models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Scalability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🚀 Production-Ready Stack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FastAPI for high-performance async APIs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Easy containerization with Docker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📈 Scalability Features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ChromaDB for efficient vector search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Quantized models for reduced resource usage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   • React SPA for responsive UI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🔄 Multi-modal document support (Excel, CSV)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📊 Real-time market data integration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🔐 Enhanced security and authentication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📱 Mobile application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🌍 Multi-language support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📈 Advanced analytics dashboard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1. Review documentation (README.md, QUICKSTART.md)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2. Download required GGUF models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3. Install dependencies (backend + frontend)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4. Place capital markets documents in /data/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5. Run backend: python main.py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6. Run frontend: npm run dev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7. Access at http://localhost:3000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C00000"/>
                </a:solidFill>
              </a:defRPr>
            </a:pPr>
            <a:r>
              <a:t>Capital Markets Advisory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